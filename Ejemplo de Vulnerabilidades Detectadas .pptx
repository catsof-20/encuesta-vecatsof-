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E197A-5561-238B-E5B8-BA952414D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B5281E-70FD-4A64-31DE-3A9CF732D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2CCDC1-7696-936E-FD80-F2EAC81C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ADC41E-0DA2-4EB5-1DA0-8547FC45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72355C-1033-EEB9-AF72-13F23B13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17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1EB19-C0C5-1DC3-BB11-4F0342FC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52555-FD7D-DB31-7D1F-12235674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93D45E-FF28-78F4-A0B6-48EE79B1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FF5E83-275A-4392-8A6F-A20118F3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ADC0B8-CDBD-D836-65EB-124B9E45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291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50C0E-8DE7-341E-1CFF-A45F89B7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1E4F4-734D-3885-3798-AD72BC562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95419E-095A-A472-C567-7179F999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ABA5D9-2A43-6638-5ECC-FCE66AF9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F207C3-BBB2-CDAC-7BDE-C9D3869B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855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E58D6-FB18-160B-1BA5-2E3ECEDB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A4A7D-4290-F2CF-00F7-A8BF56215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15FE02-D80D-8D6A-CD3C-A546DC0CE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AAB700-0150-1D19-111C-F10C20DF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AA2AD1-D96A-E855-BDC8-D7669705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113095-AE0B-BE0B-12D8-41D2C4A0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229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1248F-0792-EDB8-5AD7-5A09E985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96D76C-DDF3-EDE4-A075-472F8B47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EED39E-C3C6-A720-78A7-E09DA4C2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8F3465-2216-BD0C-E422-353654547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DDC413-44AD-D3BD-DF44-300A5951C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0BE625-DF91-28E2-F3E6-C7FC93AD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086859-1C8D-4437-4FBB-5622AA2F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99FBB49-8B56-C745-EC3F-EC191395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9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8851A-D709-0D79-1BA9-5AAD14AD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A2DAE3-901A-3E1B-EC88-8A0BEC4F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A18B93-FB8F-C0C4-A72F-B3970982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2F3799-AA13-4641-543A-B187FC4A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64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F6B50-8BDF-BAD1-4CE9-9A596C68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B3A8C3A-518B-F3DE-2B37-96415FA2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E0342C-B0FC-CF82-8889-9204A1C3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741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73161-4B0D-5C6B-926D-82705DAF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53A775-957D-CA92-0BA6-3AE49B1B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B98893-4030-E2B5-E353-07979A30E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9BD03D-466B-3055-621F-3F27D983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F9F8EA-2B98-E1DE-31E0-C0EEEE72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DB0558-14B6-6AC7-2B86-21C2B923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45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4FEC7-2580-EAE6-0FD6-72F954B5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D91C63-14C7-EFB3-C996-939C64B6F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CB900A-5539-D1AD-293F-424297D63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49D7D0-8F44-32A7-F97B-831510C7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4D98E-0A8B-CEE9-1F73-5CDA75EA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FC3A72-C49C-8939-0A28-5C7D2772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210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9E6C2-9AD6-EFB2-2763-F6FE6DFC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EAA014-4A69-4A34-F025-414DA23E1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8645A7-BE40-974F-5261-F84099FB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E76356-98B7-E81F-30EA-DC60B7B4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2B6F6F-3691-0DA5-7E38-72D971C0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848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08448A-9475-CA47-E0A9-CA5306506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BAFC29-C527-FB8D-AC6F-895F0B5EF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799168-8B63-CA22-7BAA-C5AECAC0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AEB5C-126F-2D0E-38CD-C46A0F0D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73C47A-3CA7-C1EC-CD88-2AC207D5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832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70EC6D-5461-2AC9-6563-4C89E28B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3A3199-601F-7D49-140C-D8D1B3390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76C2CA-AD83-699D-5BC6-8E71C4835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7A2B1-AD54-49F0-BF51-BCAE76B23F60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866922-8643-204F-8876-E18D2AF9B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14AD0-BBAE-2E83-7C0D-5B6E47DB5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97FDA-7466-41E3-B8F3-3405C3BD58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50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D907209-4B05-249C-2E0E-4F080C76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85762"/>
            <a:ext cx="105060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4194-36FF-7B98-D04D-69038800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983F22-D13D-21B6-4688-2B70E59A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85762"/>
            <a:ext cx="105060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4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3B28-92C2-ED3D-77CD-CDCAD82E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EA5C3C0-E43D-92BE-B8B8-D85A5D3D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85762"/>
            <a:ext cx="105060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550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 Herrán</dc:creator>
  <cp:lastModifiedBy>Manu Herrán</cp:lastModifiedBy>
  <cp:revision>2</cp:revision>
  <dcterms:created xsi:type="dcterms:W3CDTF">2026-04-07T10:51:17Z</dcterms:created>
  <dcterms:modified xsi:type="dcterms:W3CDTF">2026-04-07T10:53:14Z</dcterms:modified>
</cp:coreProperties>
</file>